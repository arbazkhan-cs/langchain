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Leaders have a strong sense of vision and are able to inspire and motivate others to work towards a common goal. They have the ability to think strategically and make informed decisions.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Transformational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Transformational leaders inspire and motivate others to achieve a shared vision. They have a strong sense of empathy and are able to build trust with their team.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Servant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Servant leaders prioritize the needs of their team and focus on building a positive work environment. They are humble and empathetic, and lead by example.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